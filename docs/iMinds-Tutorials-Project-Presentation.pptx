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iMinds Tutorials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Online Learning Platform for CBSE Grade 9 &amp;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Full-stack online tuition platform (like Udemy for school students)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Three user roles: Admin, Teacher, Student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Web app + Mobile app + REST API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Courses: Science &amp; Maths (CBSE Grade 9 &amp; 10)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GitHub: github.com/kirannarayanak/iminds-tutorials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Problem: Need a single system for enrollment, payments, content, quizzes, and attendance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Solution: iMinds — role-based portal with secure login and course management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Students browse courses, pay online, then access lessons and quizzes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Teachers create modules, upload materials, and view student progress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Admins manage users, payments, enrollments, and daily attendance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Frontend (Web): Next.js 14, TypeScript, Tailwind CSS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Mobile: Expo (React Native)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Backend: Node.js, Express, TypeScript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Database: PostgreSQL 14+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Auth: JWT (access + refresh tokens)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Storage: Supabase (PDFs, videos) — pluggable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Payments: Mock gateway (ready for Stripe / Telr UAE)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Deploy: Vercel (web) + Railway (API + DB)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Browser / Mobile App  →  REST API (port 4000)  →  PostgreSQL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Monorepo structure: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  • /web — Next.js dashboard &amp; public landing page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  • /backend — Express API with role middleware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  • /mobile — Expo student app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  • /database — schema, migrations, seed data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Public home page: choose Student / Teacher / Admin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User Roles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Admin: Full platform control — teachers, courses, payments, database, attendance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Teacher: Create/edit courses &amp; modules, quizzes, materials (assigned courses only)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Student: Self-register, browse catalog, pay &amp; enroll, watch content, take quizzes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Role-based menus and API permissions on every request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Student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Public registration with email (Udemy-style)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Course catalog with creator, teachers, module outline (preview before pay)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Pay &amp; enroll — payment required before accessing lessons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Promotional discounts on new courses (10–20% launch offers)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Course recommendations based on enrolled subjects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Dashboard: courses, quizzes, payments, class schedule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In-app notifications (new courses, promotions, suggestions)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Teacher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Create new courses (auto-assigned as instructor)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Add / edit / delete modules per course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Upload PDFs and materials; add video URLs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Build quizzes with multiple-choice questions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View assigned students and course list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Receive notifications when new students register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Manage teachers (create accounts, reset passwords)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Manage all courses, assign teachers, edit schedules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Payment management — track paid / pending / revenue summary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Database tab: enrollments + payment status per student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Daily class attendance — mark present / absent by course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Notifications when students sign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Payments &amp; Enrollment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1. Student selects course → Pay &amp; enroll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2. API creates payment (pending) — mock or real gateway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3. On payment success → automatic course enrollment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4. Free courses enroll immediately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5. Promo discounts applied from notifications (30-day window)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Admin can mark payments paid manually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Notifications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New student registers → notify all admins &amp; teachers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New course published → notify all students with discount offer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Smart course suggestions (e.g. Science → suggest Maths)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Bell icon in header with unread count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Stored in PostgreSQL notifications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Database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PostgreSQL with 20+ tables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Users, roles, student/teacher profiles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Courses, modules, materials, videos, quizzes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Enrollments, payments, class schedules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Class attendance (daily roll call)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Notifications, audit logs, refresh tokens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Demo Accounts (After Seed)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Admin:   admin / admin@123#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Teacher: priyas / priyas@123#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Student: aryank / aryank@123#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Local web: http://localhost:3000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API: http://localhost:4000/api/v1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Docker: docker-compose up postgres -d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Deployment &amp; SEO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Code on GitHub — pushed to main branch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Web → Vercel (root folder: web)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API + DB → Railway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SEO: sitemap.xml, robots.txt, meta tags, JSON-LD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Google Search Console — submit sitemap after go-live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Guides: docs/DEPLOY.md, docs/GOOGLE_SEARCH.md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Live Stripe / Telr payment integration (UAE)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Live video classes (Zoom/Meet integration)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Email/SMS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Custom domain + SSL in production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Parent portal for progress reports</a:t>
            </a:r>
          </a:p>
          <a:p>
            <a:pPr>
              <a:spcAft>
                <a:spcPts val="800"/>
              </a:spcAft>
              <a:defRPr sz="1600">
                <a:solidFill>
                  <a:srgbClr val="4B5563"/>
                </a:solidFill>
              </a:defRPr>
            </a:pPr>
            <a:r>
              <a:t>Certificate generation on course completion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iMinds Tutorials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